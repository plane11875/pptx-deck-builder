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pensource-pptx-pipelin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pensource-pptx-pipelin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over-rings"/>
          <p:cNvGrpSpPr/>
          <p:nvPr/>
        </p:nvGrpSpPr>
        <p:grpSpPr>
          <a:xfrm>
            <a:off x="8191500" y="3429000"/>
            <a:ext cx="3429000" cy="3429000"/>
            <a:chOff x="8191500" y="3429000"/>
            <a:chExt cx="3429000" cy="3429000"/>
          </a:xfrm>
        </p:grpSpPr>
        <p:sp>
          <p:nvSpPr>
            <p:cNvPr id="5" name="Ellipse 5"/>
            <p:cNvSpPr/>
            <p:nvPr/>
          </p:nvSpPr>
          <p:spPr>
            <a:xfrm>
              <a:off x="9144000" y="43815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1B294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667750" y="39052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16223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191500" y="34290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131F35"/>
              </a:solidFill>
            </a:ln>
          </p:spPr>
        </p:sp>
      </p:grpSp>
      <p:grpSp>
        <p:nvGrpSpPr>
          <p:cNvPr id="11" name="cover-kicker"/>
          <p:cNvGrpSpPr/>
          <p:nvPr/>
        </p:nvGrpSpPr>
        <p:grpSpPr>
          <a:xfrm>
            <a:off x="756285" y="2355850"/>
            <a:ext cx="5260543" cy="482600"/>
            <a:chOff x="756285" y="2355850"/>
            <a:chExt cx="5260543" cy="482600"/>
          </a:xfrm>
        </p:grpSpPr>
        <p:sp>
          <p:nvSpPr>
            <p:cNvPr id="9" name="TextBox 9"/>
            <p:cNvSpPr txBox="1"/>
            <p:nvPr/>
          </p:nvSpPr>
          <p:spPr>
            <a:xfrm>
              <a:off x="756285" y="2355850"/>
              <a:ext cx="5260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3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PPT MASTER × PYTHON-PPTX · 自动化演示文稿流水线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781300"/>
              <a:ext cx="9144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over-headline"/>
          <p:cNvGrpSpPr/>
          <p:nvPr/>
        </p:nvGrpSpPr>
        <p:grpSpPr>
          <a:xfrm>
            <a:off x="742950" y="3009900"/>
            <a:ext cx="5956055" cy="1514475"/>
            <a:chOff x="742950" y="3009900"/>
            <a:chExt cx="5956055" cy="1514475"/>
          </a:xfrm>
        </p:grpSpPr>
        <p:sp>
          <p:nvSpPr>
            <p:cNvPr id="12" name="TextBox 12"/>
            <p:cNvSpPr txBox="1"/>
            <p:nvPr/>
          </p:nvSpPr>
          <p:spPr>
            <a:xfrm>
              <a:off x="742950" y="3009900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用开源工具链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2950" y="3676650"/>
              <a:ext cx="595605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生成原生 PowerPoint</a:t>
              </a:r>
            </a:p>
          </p:txBody>
        </p:sp>
      </p:grpSp>
      <p:grpSp>
        <p:nvGrpSpPr>
          <p:cNvPr id="17" name="cover-statement"/>
          <p:cNvGrpSpPr/>
          <p:nvPr/>
        </p:nvGrpSpPr>
        <p:grpSpPr>
          <a:xfrm>
            <a:off x="754380" y="4584700"/>
            <a:ext cx="4653915" cy="1101725"/>
            <a:chOff x="754380" y="4584700"/>
            <a:chExt cx="4653915" cy="1101725"/>
          </a:xfrm>
        </p:grpSpPr>
        <p:sp>
          <p:nvSpPr>
            <p:cNvPr id="15" name="TextBox 15"/>
            <p:cNvSpPr txBox="1"/>
            <p:nvPr/>
          </p:nvSpPr>
          <p:spPr>
            <a:xfrm>
              <a:off x="754380" y="4584700"/>
              <a:ext cx="46539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8 页 · 16:9 · 全部元素均为可编辑的原生形状与文本框</a:t>
              </a:r>
              <a:b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没有任何一张图片,也没有一个 SmartArt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56769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</p:grpSp>
      <p:grpSp>
        <p:nvGrpSpPr>
          <p:cNvPr id="20" name="cover-meta"/>
          <p:cNvGrpSpPr/>
          <p:nvPr/>
        </p:nvGrpSpPr>
        <p:grpSpPr>
          <a:xfrm>
            <a:off x="755904" y="5829300"/>
            <a:ext cx="10680192" cy="247396"/>
            <a:chOff x="755904" y="5829300"/>
            <a:chExt cx="10680192" cy="247396"/>
          </a:xfrm>
        </p:grpSpPr>
        <p:sp>
          <p:nvSpPr>
            <p:cNvPr id="18" name="TextBox 18"/>
            <p:cNvSpPr txBox="1"/>
            <p:nvPr/>
          </p:nvSpPr>
          <p:spPr>
            <a:xfrm>
              <a:off x="755904" y="584200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github.com/plane11875/pptx-deck-builder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35412" y="582930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2026-10-15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914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46733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这份 PPT 是怎么做出来的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  <p:grpSp>
        <p:nvGrpSpPr>
          <p:cNvPr id="41" name="s2-steps"/>
          <p:cNvGrpSpPr/>
          <p:nvPr/>
        </p:nvGrpSpPr>
        <p:grpSpPr>
          <a:xfrm>
            <a:off x="762000" y="2247900"/>
            <a:ext cx="10572750" cy="2857500"/>
            <a:chOff x="762000" y="2247900"/>
            <a:chExt cx="10572750" cy="2857500"/>
          </a:xfrm>
        </p:grpSpPr>
        <p:sp>
          <p:nvSpPr>
            <p:cNvPr id="13" name="Rectangle 13"/>
            <p:cNvSpPr/>
            <p:nvPr/>
          </p:nvSpPr>
          <p:spPr>
            <a:xfrm>
              <a:off x="762000" y="2247900"/>
              <a:ext cx="2428875" cy="2857500"/>
            </a:xfrm>
            <a:prstGeom prst="roundRect">
              <a:avLst>
                <a:gd name="adj" fmla="val 70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33450" y="2533650"/>
              <a:ext cx="419100" cy="4191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1189" y="26543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8418" y="31496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初始化项目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847" y="3619500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project_manager.py init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66800" y="3981450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0323" y="4102100"/>
              <a:ext cx="1719834" cy="517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pptx 项目的目录结构、</a:t>
              </a:r>
              <a:b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画布与执行日志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76625" y="2247900"/>
              <a:ext cx="2428875" cy="2857500"/>
            </a:xfrm>
            <a:prstGeom prst="roundRect">
              <a:avLst>
                <a:gd name="adj" fmla="val 70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648075" y="2533650"/>
              <a:ext cx="419100" cy="4191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5814" y="26543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3043" y="31496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生成幻灯片源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76472" y="3619500"/>
              <a:ext cx="16062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builder/make_slides.py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781425" y="3981450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74948" y="4102100"/>
              <a:ext cx="1638554" cy="517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8 个 SVG 页面,</a:t>
              </a:r>
              <a:b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就是这份稿子的源文件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2247900"/>
              <a:ext cx="2428875" cy="2857500"/>
            </a:xfrm>
            <a:prstGeom prst="roundRect">
              <a:avLst>
                <a:gd name="adj" fmla="val 70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362700" y="2533650"/>
              <a:ext cx="419100" cy="4191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0439" y="26543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7668" y="31496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质量门禁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91097" y="3619500"/>
              <a:ext cx="16062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svg_quality_checker.py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96050" y="3981450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89573" y="4102100"/>
              <a:ext cx="1313434" cy="517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校验 SVG 契约,</a:t>
              </a:r>
              <a:b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不合规就不让编译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05875" y="2247900"/>
              <a:ext cx="2428875" cy="2857500"/>
            </a:xfrm>
            <a:prstGeom prst="roundRect">
              <a:avLst>
                <a:gd name="adj" fmla="val 70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077325" y="2533650"/>
              <a:ext cx="419100" cy="4191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5064" y="26543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02293" y="3149600"/>
              <a:ext cx="1299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编译成 PPTX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5722" y="3619500"/>
              <a:ext cx="1025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svg_to_pptx.py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210675" y="3981450"/>
              <a:ext cx="1819275" cy="9525"/>
            </a:xfrm>
            <a:custGeom>
              <a:avLst/>
              <a:gdLst/>
              <a:ahLst/>
              <a:cxnLst/>
              <a:rect l="l" t="t" r="r" b="b"/>
              <a:pathLst>
                <a:path w="1819275" h="9525">
                  <a:moveTo>
                    <a:pt x="0" y="0"/>
                  </a:moveTo>
                  <a:lnTo>
                    <a:pt x="18192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04198" y="4102100"/>
              <a:ext cx="1475994" cy="5170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SVG → DrawingML,</a:t>
              </a:r>
              <a:br>
                <a:rPr lang="en-US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输出原生可编辑对象</a:t>
              </a:r>
            </a:p>
          </p:txBody>
        </p:sp>
      </p:grpSp>
      <p:grpSp>
        <p:nvGrpSpPr>
          <p:cNvPr id="44" name="s2-note"/>
          <p:cNvGrpSpPr/>
          <p:nvPr/>
        </p:nvGrpSpPr>
        <p:grpSpPr>
          <a:xfrm>
            <a:off x="762000" y="5391150"/>
            <a:ext cx="10668000" cy="647700"/>
            <a:chOff x="762000" y="5391150"/>
            <a:chExt cx="10668000" cy="647700"/>
          </a:xfrm>
        </p:grpSpPr>
        <p:sp>
          <p:nvSpPr>
            <p:cNvPr id="42" name="Rectangle 42"/>
            <p:cNvSpPr/>
            <p:nvPr/>
          </p:nvSpPr>
          <p:spPr>
            <a:xfrm>
              <a:off x="762000" y="5391150"/>
              <a:ext cx="10668000" cy="647700"/>
            </a:xfrm>
            <a:prstGeom prst="roundRect">
              <a:avLst>
                <a:gd name="adj" fmla="val 26471"/>
              </a:avLst>
            </a:prstGeom>
            <a:solidFill>
              <a:srgbClr val="0F1A2E"/>
            </a:solidFill>
            <a:ln w="9525">
              <a:solidFill>
                <a:srgbClr val="1E3A5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1842" y="5626100"/>
              <a:ext cx="6464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整条链路都在 Codespace 里跑完:不需要模型 API Key,也不需要图片生成接口。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1561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WHY PPT MASTER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41455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为什么选 PPT Master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grpSp>
        <p:nvGrpSpPr>
          <p:cNvPr id="25" name="s3-cards"/>
          <p:cNvGrpSpPr/>
          <p:nvPr/>
        </p:nvGrpSpPr>
        <p:grpSpPr>
          <a:xfrm>
            <a:off x="762000" y="2343150"/>
            <a:ext cx="10668000" cy="3143250"/>
            <a:chOff x="762000" y="2343150"/>
            <a:chExt cx="10668000" cy="3143250"/>
          </a:xfrm>
        </p:grpSpPr>
        <p:sp>
          <p:nvSpPr>
            <p:cNvPr id="13" name="Rectangle 13"/>
            <p:cNvSpPr/>
            <p:nvPr/>
          </p:nvSpPr>
          <p:spPr>
            <a:xfrm>
              <a:off x="762000" y="2343150"/>
              <a:ext cx="3333750" cy="3143250"/>
            </a:xfrm>
            <a:prstGeom prst="roundRect">
              <a:avLst>
                <a:gd name="adj" fmla="val 5455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66800" y="2724150"/>
              <a:ext cx="5334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6513" y="3073400"/>
              <a:ext cx="99341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真·原生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9942" y="3619500"/>
              <a:ext cx="2088261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输出的是 DrawingML 形状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与文本框,不是导出的图片,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双击就能接着改。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29125" y="2343150"/>
              <a:ext cx="3333750" cy="3143250"/>
            </a:xfrm>
            <a:prstGeom prst="roundRect">
              <a:avLst>
                <a:gd name="adj" fmla="val 5455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33925" y="2724150"/>
              <a:ext cx="5334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23638" y="3073400"/>
              <a:ext cx="83637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可复现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7067" y="3619500"/>
              <a:ext cx="1805368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同一份 SVG 源 → 同一个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PPTX。版式可以进 Git,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可以评审、可以回滚。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0" y="2343150"/>
              <a:ext cx="3333750" cy="3143250"/>
            </a:xfrm>
            <a:prstGeom prst="roundRect">
              <a:avLst>
                <a:gd name="adj" fmla="val 5455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401050" y="2724150"/>
              <a:ext cx="5334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90763" y="3073400"/>
              <a:ext cx="83637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零密钥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4192" y="3619500"/>
              <a:ext cx="2113978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纯本地 Python 流水线,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不依赖任何模型或图片 API,</a:t>
              </a:r>
              <a:b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离线也能出稿。</a:t>
              </a:r>
            </a:p>
          </p:txBody>
        </p:sp>
      </p:grpSp>
      <p:grpSp>
        <p:nvGrpSpPr>
          <p:cNvPr id="27" name="s3-footnote"/>
          <p:cNvGrpSpPr/>
          <p:nvPr/>
        </p:nvGrpSpPr>
        <p:grpSpPr>
          <a:xfrm>
            <a:off x="755904" y="5676900"/>
            <a:ext cx="6809232" cy="234696"/>
            <a:chOff x="755904" y="5676900"/>
            <a:chExt cx="680923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755904" y="5676900"/>
              <a:ext cx="6809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选型依据:GitHub 上 star 数最高的 AI 演示文稿项目,且自带纯 Python 的 SVG→PPTX 编译器。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1082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TECH STACK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三层技术栈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  <p:grpSp>
        <p:nvGrpSpPr>
          <p:cNvPr id="28" name="s4-rows"/>
          <p:cNvGrpSpPr/>
          <p:nvPr/>
        </p:nvGrpSpPr>
        <p:grpSpPr>
          <a:xfrm>
            <a:off x="762000" y="2209800"/>
            <a:ext cx="10668000" cy="3352800"/>
            <a:chOff x="762000" y="2209800"/>
            <a:chExt cx="10668000" cy="3352800"/>
          </a:xfrm>
        </p:grpSpPr>
        <p:sp>
          <p:nvSpPr>
            <p:cNvPr id="13" name="Rectangle 13"/>
            <p:cNvSpPr/>
            <p:nvPr/>
          </p:nvSpPr>
          <p:spPr>
            <a:xfrm>
              <a:off x="762000" y="2209800"/>
              <a:ext cx="10668000" cy="990600"/>
            </a:xfrm>
            <a:prstGeom prst="roundRect">
              <a:avLst>
                <a:gd name="adj" fmla="val 17308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90600" y="2438400"/>
              <a:ext cx="571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8918" y="2463800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hugohe3/ppt-master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03030" y="2514600"/>
              <a:ext cx="1966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62,295 ★ · MIT · Python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50823" y="2819400"/>
              <a:ext cx="63568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工作流 + 质检 + SVG→DrawingML 编译器,把矢量元素物化成 PowerPoint 原生形状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390900"/>
              <a:ext cx="10668000" cy="990600"/>
            </a:xfrm>
            <a:prstGeom prst="roundRect">
              <a:avLst>
                <a:gd name="adj" fmla="val 17308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90600" y="3619500"/>
              <a:ext cx="571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8918" y="3644900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scanny/python-pptx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94114" y="3695700"/>
              <a:ext cx="1875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3,556 ★ · MIT · Python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0823" y="4000500"/>
              <a:ext cx="49006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PPTX 读写底座:负责 OOXML 组装、母版与版式绑定、文件落盘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4572000"/>
              <a:ext cx="10668000" cy="990600"/>
            </a:xfrm>
            <a:prstGeom prst="roundRect">
              <a:avLst>
                <a:gd name="adj" fmla="val 17308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90600" y="4800600"/>
              <a:ext cx="571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48918" y="4826000"/>
              <a:ext cx="2948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skia-pathops · uharfbuzz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11028" y="4876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可选依赖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50823" y="5181600"/>
              <a:ext cx="54666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路径布尔运算与文字整形(合并形状、文字轮廓);本次构建未触发该路径</a:t>
              </a:r>
            </a:p>
          </p:txBody>
        </p:sp>
      </p:grpSp>
      <p:grpSp>
        <p:nvGrpSpPr>
          <p:cNvPr id="30" name="s4-footnote"/>
          <p:cNvGrpSpPr/>
          <p:nvPr/>
        </p:nvGrpSpPr>
        <p:grpSpPr>
          <a:xfrm>
            <a:off x="756285" y="5727700"/>
            <a:ext cx="4108653" cy="220028"/>
            <a:chOff x="756285" y="5727700"/>
            <a:chExt cx="4108653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756285" y="5727700"/>
              <a:ext cx="4108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star 数与版本号截至 2026-10-15;三个项目均为 MIT 许可。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PIPELINE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六步流水线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  <p:grpSp>
        <p:nvGrpSpPr>
          <p:cNvPr id="43" name="s5-steps"/>
          <p:cNvGrpSpPr/>
          <p:nvPr/>
        </p:nvGrpSpPr>
        <p:grpSpPr>
          <a:xfrm>
            <a:off x="762000" y="2247900"/>
            <a:ext cx="10668000" cy="3467100"/>
            <a:chOff x="762000" y="2247900"/>
            <a:chExt cx="10668000" cy="3467100"/>
          </a:xfrm>
        </p:grpSpPr>
        <p:sp>
          <p:nvSpPr>
            <p:cNvPr id="13" name="Rectangle 13"/>
            <p:cNvSpPr/>
            <p:nvPr/>
          </p:nvSpPr>
          <p:spPr>
            <a:xfrm>
              <a:off x="762000" y="22479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5746" y="24828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7256" y="2565400"/>
              <a:ext cx="450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init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028700" y="30670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2985" y="3270250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Consolas"/>
                  <a:ea typeface="Consolas"/>
                  <a:cs typeface="Consolas"/>
                </a:rPr>
                <a:t>project_manager.py init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29125" y="22479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82871" y="24828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34381" y="25654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写稿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695825" y="30670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90110" y="3270250"/>
              <a:ext cx="266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Consolas"/>
                  <a:ea typeface="Consolas"/>
                  <a:cs typeface="Consolas"/>
                </a:rPr>
                <a:t>builder/make_slides.py → slides/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0" y="22479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49996" y="24828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01506" y="25654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质检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362950" y="30670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57235" y="3270250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Consolas"/>
                  <a:ea typeface="Consolas"/>
                  <a:cs typeface="Consolas"/>
                </a:rPr>
                <a:t>svg_quality_checker.py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41148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5746" y="43497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7256" y="44323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编译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28700" y="49339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2985" y="5137150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Consolas"/>
                  <a:ea typeface="Consolas"/>
                  <a:cs typeface="Consolas"/>
                </a:rPr>
                <a:t>svg_to_pptx.py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29125" y="41148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2871" y="43497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34381" y="44323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695825" y="49339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90110" y="5137150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Consolas"/>
                  <a:ea typeface="Microsoft YaHei"/>
                  <a:cs typeface="Consolas"/>
                </a:rPr>
                <a:t>python-pptx 读回,核对页数与文字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0" y="4114800"/>
              <a:ext cx="3333750" cy="1600200"/>
            </a:xfrm>
            <a:prstGeom prst="roundRect">
              <a:avLst>
                <a:gd name="adj" fmla="val 10714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49996" y="4349750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01506" y="44323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62950" y="493395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7235" y="5137150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Consolas"/>
                  <a:ea typeface="Microsoft YaHei"/>
                  <a:cs typeface="Consolas"/>
                </a:rPr>
                <a:t>output/ 与 output/preview/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1531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BY THE NUMBERS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这次构建的数据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  <p:grpSp>
        <p:nvGrpSpPr>
          <p:cNvPr id="37" name="s6-kpis"/>
          <p:cNvGrpSpPr/>
          <p:nvPr/>
        </p:nvGrpSpPr>
        <p:grpSpPr>
          <a:xfrm>
            <a:off x="762000" y="2343150"/>
            <a:ext cx="10572750" cy="2209800"/>
            <a:chOff x="762000" y="2343150"/>
            <a:chExt cx="10572750" cy="2209800"/>
          </a:xfrm>
        </p:grpSpPr>
        <p:sp>
          <p:nvSpPr>
            <p:cNvPr id="13" name="Rectangle 13"/>
            <p:cNvSpPr/>
            <p:nvPr/>
          </p:nvSpPr>
          <p:spPr>
            <a:xfrm>
              <a:off x="762000" y="2343150"/>
              <a:ext cx="2428875" cy="2209800"/>
            </a:xfrm>
            <a:prstGeom prst="roundRect">
              <a:avLst>
                <a:gd name="adj" fmla="val 77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1174" y="2781300"/>
              <a:ext cx="16443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62,295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180" y="302260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028700" y="34861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842" y="36830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选用的开源项目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985" y="4013200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hugohe3/ppt-master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76625" y="2343150"/>
              <a:ext cx="2428875" cy="2209800"/>
            </a:xfrm>
            <a:prstGeom prst="roundRect">
              <a:avLst>
                <a:gd name="adj" fmla="val 77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25799" y="278130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3,556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50155" y="302260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743325" y="34861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36467" y="3683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底层读写库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0" y="4013200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scanny/python-pptx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2343150"/>
              <a:ext cx="2428875" cy="2209800"/>
            </a:xfrm>
            <a:prstGeom prst="roundRect">
              <a:avLst>
                <a:gd name="adj" fmla="val 77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40424" y="278130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0" y="302260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57950" y="34861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1092" y="3683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本次幻灯片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2235" y="4013200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1280 × 720 · 16:9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05875" y="2343150"/>
              <a:ext cx="2428875" cy="2209800"/>
            </a:xfrm>
            <a:prstGeom prst="roundRect">
              <a:avLst>
                <a:gd name="adj" fmla="val 7759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55049" y="278130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88805" y="302260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个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72575" y="3486150"/>
              <a:ext cx="1895475" cy="9525"/>
            </a:xfrm>
            <a:custGeom>
              <a:avLst/>
              <a:gdLst/>
              <a:ahLst/>
              <a:cxnLst/>
              <a:rect l="l" t="t" r="r" b="b"/>
              <a:pathLst>
                <a:path w="1895475" h="9525">
                  <a:moveTo>
                    <a:pt x="0" y="0"/>
                  </a:moveTo>
                  <a:lnTo>
                    <a:pt x="1895475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65717" y="3683000"/>
              <a:ext cx="106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API Key 消耗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66860" y="40132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全流程本地完成</a:t>
              </a:r>
            </a:p>
          </p:txBody>
        </p:sp>
      </p:grpSp>
      <p:grpSp>
        <p:nvGrpSpPr>
          <p:cNvPr id="41" name="s6-summary"/>
          <p:cNvGrpSpPr/>
          <p:nvPr/>
        </p:nvGrpSpPr>
        <p:grpSpPr>
          <a:xfrm>
            <a:off x="762000" y="4895850"/>
            <a:ext cx="10668000" cy="1143000"/>
            <a:chOff x="762000" y="4895850"/>
            <a:chExt cx="106680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762000" y="4895850"/>
              <a:ext cx="10668000" cy="1143000"/>
            </a:xfrm>
            <a:prstGeom prst="roundRect">
              <a:avLst>
                <a:gd name="adj" fmla="val 15000"/>
              </a:avLst>
            </a:prstGeom>
            <a:solidFill>
              <a:srgbClr val="0F1A2E"/>
            </a:solidFill>
            <a:ln w="9525">
              <a:solidFill>
                <a:srgbClr val="1E3A5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8799" y="5162550"/>
              <a:ext cx="460393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成品里共有 8 页、约 200 个原生形状与文本框。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0323" y="5581650"/>
              <a:ext cx="71154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换句话说:这份稿子的每一根线、每一个圆角矩形,在 PowerPoint 里都能选中、改色、改字。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10358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TRADE-OFF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两条路线的差别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  <p:grpSp>
        <p:nvGrpSpPr>
          <p:cNvPr id="31" name="s7-compare"/>
          <p:cNvGrpSpPr/>
          <p:nvPr/>
        </p:nvGrpSpPr>
        <p:grpSpPr>
          <a:xfrm>
            <a:off x="762000" y="2247900"/>
            <a:ext cx="10668000" cy="3619500"/>
            <a:chOff x="762000" y="2247900"/>
            <a:chExt cx="10668000" cy="3619500"/>
          </a:xfrm>
        </p:grpSpPr>
        <p:sp>
          <p:nvSpPr>
            <p:cNvPr id="13" name="Rectangle 13"/>
            <p:cNvSpPr/>
            <p:nvPr/>
          </p:nvSpPr>
          <p:spPr>
            <a:xfrm>
              <a:off x="762000" y="2247900"/>
              <a:ext cx="5143500" cy="3619500"/>
            </a:xfrm>
            <a:prstGeom prst="roundRect">
              <a:avLst>
                <a:gd name="adj" fmla="val 4737"/>
              </a:avLst>
            </a:prstGeom>
            <a:solidFill>
              <a:srgbClr val="121C2F"/>
            </a:solidFill>
            <a:ln w="9525">
              <a:solidFill>
                <a:srgbClr val="22304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66800" y="2247900"/>
              <a:ext cx="9144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1466" y="2616200"/>
              <a:ext cx="14177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TEMPLATE FILL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6513" y="29591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模板填充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66800" y="34671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0704" y="36957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得到什么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323" y="3975100"/>
              <a:ext cx="1801114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沿用自家母版与品牌规范</a:t>
              </a:r>
              <a:b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AI 只负责填字,风格稳定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0704" y="4838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代价是什么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323" y="5080000"/>
              <a:ext cx="2118106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版式被母版锁死,溢出难控</a:t>
              </a:r>
              <a:b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元素级改动要写 OOXML 补丁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47900"/>
              <a:ext cx="5143500" cy="3619500"/>
            </a:xfrm>
            <a:prstGeom prst="roundRect">
              <a:avLst>
                <a:gd name="adj" fmla="val 4737"/>
              </a:avLst>
            </a:prstGeom>
            <a:solidFill>
              <a:srgbClr val="14243D"/>
            </a:solidFill>
            <a:ln w="9525">
              <a:solidFill>
                <a:srgbClr val="38BDF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91300" y="2247900"/>
              <a:ext cx="9144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5966" y="2616200"/>
              <a:ext cx="1524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NATIVE COMPILE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81013" y="2959100"/>
              <a:ext cx="16966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SVG 原生编译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591300" y="34671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5204" y="36957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得到什么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84823" y="3975100"/>
              <a:ext cx="2215642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版式完全自定义,字号行距可控</a:t>
              </a:r>
              <a:b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矢量元素直接物化成原生形状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85204" y="4838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代价是什么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84823" y="5080000"/>
              <a:ext cx="2467610" cy="536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需要先写 SVG(可由脚本生成)</a:t>
              </a:r>
              <a:b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字体要自己保证可用(如思源黑体)</a:t>
              </a:r>
            </a:p>
          </p:txBody>
        </p:sp>
      </p:grpSp>
      <p:grpSp>
        <p:nvGrpSpPr>
          <p:cNvPr id="33" name="s7-note"/>
          <p:cNvGrpSpPr/>
          <p:nvPr/>
        </p:nvGrpSpPr>
        <p:grpSpPr>
          <a:xfrm>
            <a:off x="756285" y="6032500"/>
            <a:ext cx="3109844" cy="220028"/>
            <a:chOff x="756285" y="6032500"/>
            <a:chExt cx="3109844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756285" y="6032500"/>
              <a:ext cx="3109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本页采用右栏路线:版式可控、产物可再编辑。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rame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B31"/>
                </a:gs>
                <a:gs pos="100000">
                  <a:srgbClr val="0B12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age-chrome"/>
          <p:cNvGrpSpPr/>
          <p:nvPr/>
        </p:nvGrpSpPr>
        <p:grpSpPr>
          <a:xfrm>
            <a:off x="746760" y="723900"/>
            <a:ext cx="10688193" cy="5868543"/>
            <a:chOff x="746760" y="723900"/>
            <a:chExt cx="10688193" cy="5868543"/>
          </a:xfrm>
        </p:grpSpPr>
        <p:sp>
          <p:nvSpPr>
            <p:cNvPr id="5" name="Rectangle 5"/>
            <p:cNvSpPr/>
            <p:nvPr/>
          </p:nvSpPr>
          <p:spPr>
            <a:xfrm>
              <a:off x="762000" y="723900"/>
              <a:ext cx="4191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882650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RUN IT YOURSELF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1366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让版式和内容一样可以版本化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790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22304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E2B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047" y="6400800"/>
              <a:ext cx="4310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PPT Master v6.7.0 × python-pptx · 在 GitHub Codespace 中自动生成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83090" y="64008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  <p:grpSp>
        <p:nvGrpSpPr>
          <p:cNvPr id="17" name="s8-code"/>
          <p:cNvGrpSpPr/>
          <p:nvPr/>
        </p:nvGrpSpPr>
        <p:grpSpPr>
          <a:xfrm>
            <a:off x="762000" y="2171700"/>
            <a:ext cx="10668000" cy="2552700"/>
            <a:chOff x="762000" y="2171700"/>
            <a:chExt cx="106680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762000" y="2171700"/>
              <a:ext cx="10668000" cy="2552700"/>
            </a:xfrm>
            <a:prstGeom prst="roundRect">
              <a:avLst>
                <a:gd name="adj" fmla="val 6716"/>
              </a:avLst>
            </a:prstGeom>
            <a:solidFill>
              <a:srgbClr val="0A1120"/>
            </a:solidFill>
            <a:ln w="9525">
              <a:solidFill>
                <a:srgbClr val="1E3A5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8700" y="2495550"/>
              <a:ext cx="381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2D3EE"/>
                </a:gs>
                <a:gs pos="50000">
                  <a:srgbClr val="38BDF8"/>
                </a:gs>
                <a:gs pos="100000">
                  <a:srgbClr val="818C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3366" y="2692400"/>
              <a:ext cx="412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38BDF8"/>
                  </a:solidFill>
                  <a:latin typeface="Consolas"/>
                  <a:ea typeface="Consolas"/>
                  <a:cs typeface="Consolas"/>
                </a:rPr>
                <a:t>bash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604" y="3028950"/>
              <a:ext cx="6382512" cy="1453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git clone https://github.com/hugohe3/ppt-master</a:t>
              </a:r>
              <a:b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pip install python-pptx XlsxWriter skia-pathops uharfbuzz</a:t>
              </a:r>
              <a:b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python builder/make_slides.py</a:t>
              </a:r>
              <a:b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python scripts/svg_quality_checker.py &lt;project&gt;/svg_output --quick-generate</a:t>
              </a:r>
              <a:b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200" dirty="0">
                  <a:solidFill>
                    <a:srgbClr val="CBD5E1"/>
                  </a:solidFill>
                  <a:latin typeface="Consolas"/>
                  <a:ea typeface="Consolas"/>
                  <a:cs typeface="Consolas"/>
                </a:rPr>
                <a:t>python scripts/svg_to_pptx.py &lt;project&gt; --quick-generate -o output/deck.pptx</a:t>
              </a:r>
            </a:p>
          </p:txBody>
        </p:sp>
      </p:grpSp>
      <p:grpSp>
        <p:nvGrpSpPr>
          <p:cNvPr id="22" name="s8-links"/>
          <p:cNvGrpSpPr/>
          <p:nvPr/>
        </p:nvGrpSpPr>
        <p:grpSpPr>
          <a:xfrm>
            <a:off x="754380" y="5022850"/>
            <a:ext cx="10675620" cy="675767"/>
            <a:chOff x="754380" y="5022850"/>
            <a:chExt cx="10675620" cy="675767"/>
          </a:xfrm>
        </p:grpSpPr>
        <p:sp>
          <p:nvSpPr>
            <p:cNvPr id="18" name="TextBox 18"/>
            <p:cNvSpPr txBox="1"/>
            <p:nvPr/>
          </p:nvSpPr>
          <p:spPr>
            <a:xfrm>
              <a:off x="754380" y="5022850"/>
              <a:ext cx="4914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FAFC"/>
                  </a:solidFill>
                  <a:latin typeface="+mn-lt"/>
                  <a:ea typeface="+mn-ea"/>
                  <a:cs typeface="+mn-cs"/>
                </a:rPr>
                <a:t>仓库:github.com/plane11875/pptx-deck-builder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523" y="5448300"/>
              <a:ext cx="52512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成品在 output/,预览图在 output/preview/,幻灯片源在 slides/。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972800" y="5162550"/>
              <a:ext cx="457200" cy="457200"/>
            </a:xfrm>
            <a:prstGeom prst="ellipse">
              <a:avLst/>
            </a:prstGeom>
            <a:gradFill>
              <a:gsLst>
                <a:gs pos="0">
                  <a:srgbClr val="38BDF8"/>
                </a:gs>
                <a:gs pos="100000">
                  <a:srgbClr val="818C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28880" y="526415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B1220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pensource-pptx-pipeline">
  <a:themeElements>
    <a:clrScheme name="opensource-pptx-pipelin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ource-pptx-pipelin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source-pptx-pipel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2026-10-15T11:11:55Z</dcterms:created>
  <dcterms:modified xsi:type="dcterms:W3CDTF">2026-10-15T11:11:55Z</dcterms:modified>
  <cp:category/>
  <cp:contentStatus/>
</cp:coreProperties>
</file>